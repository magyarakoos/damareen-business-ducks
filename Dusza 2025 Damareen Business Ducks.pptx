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6960" cy="408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3E5080-AC8C-4DDD-A177-023B0312097F}" type="slidenum">
              <a: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;p9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600" cy="14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160" cy="369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A18699-8BCA-40A7-A886-2A1C9F70975E}" type="slidenum">
              <a: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7960" cy="60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0EBCCD-0B25-4772-9C0A-A2722B126124}" type="slidenum">
              <a: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5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7E4A6D-806D-4A30-8E49-3DB875101A7C}" type="slidenum">
              <a: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19760" cy="19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b="0" lang="en-US" sz="120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19760" cy="129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64B33E-3A4F-48AD-B861-E24202DDB97A}" type="slidenum">
              <a: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AA2DD7-F80E-4463-B335-28ACBF864450}" type="slidenum">
              <a: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19760" cy="84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08BE45-5628-4CED-B660-11D10D2C744A}" type="slidenum">
              <a: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57A13C-6B8B-4E46-99CA-A6206610E084}" type="slidenum">
              <a: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DDEB36-D322-40C1-8675-8293098BA684}" type="slidenum">
              <a: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0B0020-6D57-40FB-A971-49BC0AD762D8}" type="slidenum">
              <a: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280" cy="7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50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280" cy="31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03FFEF-22C1-4727-B318-CA0F78C606D3}" type="slidenum">
              <a:rPr b="0" lang="h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27880" y="73260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" sz="5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Dusza 2025 Damareen Business Ducks</a:t>
            </a:r>
            <a:endParaRPr b="0" lang="en-US" sz="52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19760" cy="79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" sz="2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Bánszki Zsombor, Magyar Kende, Csenki Ákos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Random világ generálás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-Ez a funkció több adatbázisból és a felhasználó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által megadott paraméterek (pl: világkártyák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száma) alapján létrehoz egy világot.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-Ez a világ azonnal bekerül a játszható világok közé.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-Sok munkát megspórol és érdekes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új kihívásokat ad a játékosoknak akiknek új nehézségekkel kell szembenézniük.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35" name="Google Shape;62;p14" descr=""/>
          <p:cNvPicPr/>
          <p:nvPr/>
        </p:nvPicPr>
        <p:blipFill>
          <a:blip r:embed="rId1"/>
          <a:srcRect l="2821" t="3727" r="-2821" b="-3727"/>
          <a:stretch/>
        </p:blipFill>
        <p:spPr>
          <a:xfrm>
            <a:off x="6343200" y="326160"/>
            <a:ext cx="2671920" cy="224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11760" y="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Void kártya típus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263880" y="5727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9999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-Ez a funkció egy kártyát void típusúvá tesz ami azt jelenti hogy ez a kártya minden másik típus ellen erős.Ha őt támadják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semleges ha ő támad domináns bármelyik kártya ellen.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-Ha van void fejlesztésed harc előtt teheted egy kártyára.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-Ezt egy kézzelfogható fejlesztésként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készítettük aminek a hatása azonnal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látszik a játékos számára.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-Egyszerű és egyértelmű jellege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miatt tökéletesen illik a játékba.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38" name="Google Shape;90;p18" descr=""/>
          <p:cNvPicPr/>
          <p:nvPr/>
        </p:nvPicPr>
        <p:blipFill>
          <a:blip r:embed="rId1"/>
          <a:stretch/>
        </p:blipFill>
        <p:spPr>
          <a:xfrm>
            <a:off x="6481800" y="1076040"/>
            <a:ext cx="2380680" cy="333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Google Shape;91;p18"/>
          <p:cNvSpPr/>
          <p:nvPr/>
        </p:nvSpPr>
        <p:spPr>
          <a:xfrm>
            <a:off x="5230440" y="4592880"/>
            <a:ext cx="368568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hu" sz="15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Ez a kinézete a void kártyáknak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LibreOffice/25.8.3.2$Linux_X86_64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2025-11-29T12:51:15Z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